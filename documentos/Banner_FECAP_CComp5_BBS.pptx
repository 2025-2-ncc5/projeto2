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228" y="174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" y="10648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Aleff Souza; Joao Paulo; Matheus Zimmer;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Luis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Felipe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3754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 	Nossa Metodologia Ágil Para garantir inovação e eficiência em nossa solução de IA aplicada à análise de dados, a BBS - </a:t>
            </a:r>
            <a:r>
              <a:rPr lang="pt-BR" sz="2400" dirty="0" err="1"/>
              <a:t>Bite</a:t>
            </a:r>
            <a:r>
              <a:rPr lang="pt-BR" sz="2400" dirty="0"/>
              <a:t> Bit </a:t>
            </a:r>
            <a:r>
              <a:rPr lang="pt-BR" sz="2400" dirty="0" err="1"/>
              <a:t>Solution</a:t>
            </a:r>
            <a:r>
              <a:rPr lang="pt-BR" sz="2400" dirty="0"/>
              <a:t> adotou uma cultura ágil baseada em Sprints e gestão visual </a:t>
            </a:r>
            <a:r>
              <a:rPr lang="pt-BR" sz="2400" dirty="0" err="1"/>
              <a:t>Kanban</a:t>
            </a:r>
            <a:r>
              <a:rPr lang="pt-BR" sz="2400" dirty="0"/>
              <a:t>. 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Nossa abordagem multidisciplinar integrou, em ciclos iterativos, o desenvolvimento de modelos de Machine Learning, a validação rigorosa de resultados e a implementação de uma infraestrutura escalável. Essa dinâmica colaborativa assegurou testes contínuos de qualidade a cada etapa, resultando em uma ferramenta robusta e confiável para a tomada de decisão inteligente.</a:t>
            </a:r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BBS – </a:t>
            </a:r>
            <a:r>
              <a:rPr lang="pt-BR" sz="5866" b="1" dirty="0" err="1"/>
              <a:t>Bite</a:t>
            </a:r>
            <a:r>
              <a:rPr lang="pt-BR" sz="5866" b="1" dirty="0"/>
              <a:t> Bit </a:t>
            </a:r>
            <a:r>
              <a:rPr lang="pt-BR" sz="5866" b="1" dirty="0" err="1"/>
              <a:t>Solution</a:t>
            </a:r>
            <a:endParaRPr lang="pt-BR" sz="5866" b="1" dirty="0"/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349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Restaurantes e foodtechs operam em um mercado ultracompetitivo, mas enfrentam uma dificuldade crucial, que identificamos e desejamos sanar: entender realmente o comportamento de seus clientes, o que eles querem e pensam.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Essa falta de clareza sobre o consumidor, aliada à incapacidade de medir a satisfação e a fidelidade, resulta na perda de clientes recorrentes para a concorrência, baixo engajamento, decisões pouco assertivas e desperdício de recursos.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4544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/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A nossa plataforma inteligente que utiliza Machine Learning para transformar tendências do Google Trends e dados de redes sociais em insights estratégicos. Nosso painel interativo permite aos gestores criar campanhas de marketing assertivas através da correlação de: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b="1" dirty="0"/>
              <a:t>Tendências de Mercado:</a:t>
            </a:r>
            <a:r>
              <a:rPr lang="pt-BR" sz="2400" dirty="0"/>
              <a:t> Monitoramento externo do que está em alta.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b="1" dirty="0"/>
              <a:t>Dados Internos:</a:t>
            </a:r>
            <a:r>
              <a:rPr lang="pt-BR" sz="2400" dirty="0"/>
              <a:t> Análise do comportamento real dos clientes do restaurante.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b="1" dirty="0"/>
              <a:t>Estratégia Alinhada:</a:t>
            </a:r>
            <a:r>
              <a:rPr lang="pt-BR" sz="2400" dirty="0"/>
              <a:t> Ações focadas exatamente no desejo do público-alvo.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400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Rafael Rosseti; Renata Muniz; Rodrigo Rosa; Marcos Minoru; Victor Rosetti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4914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/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Este é apenas o começo. Nossa visão é consolidar a </a:t>
            </a:r>
            <a:r>
              <a:rPr lang="pt-BR" sz="2400" dirty="0" err="1"/>
              <a:t>Canolli</a:t>
            </a:r>
            <a:r>
              <a:rPr lang="pt-BR" sz="2400" dirty="0"/>
              <a:t> como a ferramenta definitiva de inteligência de mercado para foodtechs. Nosso </a:t>
            </a:r>
            <a:r>
              <a:rPr lang="pt-BR" sz="2400" dirty="0" err="1"/>
              <a:t>roadmap</a:t>
            </a:r>
            <a:r>
              <a:rPr lang="pt-BR" sz="2400" dirty="0"/>
              <a:t> futuro inclui:</a:t>
            </a:r>
          </a:p>
          <a:p>
            <a:pPr marL="396000" indent="-342900" algn="just">
              <a:buFont typeface="Arial" panose="020B0604020202020204" pitchFamily="34" charset="0"/>
              <a:buChar char="•"/>
            </a:pPr>
            <a:r>
              <a:rPr lang="pt-BR" sz="2400" b="1" dirty="0"/>
              <a:t>Visão 360º Real:</a:t>
            </a:r>
            <a:r>
              <a:rPr lang="pt-BR" sz="2400" dirty="0"/>
              <a:t> Integração de análise de sentimento de redes sociais e dados de plataformas de delivery.</a:t>
            </a:r>
          </a:p>
          <a:p>
            <a:pPr marL="396000" indent="-342900" algn="just">
              <a:buFont typeface="Arial" panose="020B0604020202020204" pitchFamily="34" charset="0"/>
              <a:buChar char="•"/>
            </a:pPr>
            <a:r>
              <a:rPr lang="pt-BR" sz="2400" b="1" dirty="0"/>
              <a:t>IA Prescritiva:</a:t>
            </a:r>
            <a:r>
              <a:rPr lang="pt-BR" sz="2400" dirty="0"/>
              <a:t> Evolução dos modelos para antecipar demandas, otimizar estoques automaticamente e sugerir ações de marketing em tempo real.</a:t>
            </a:r>
          </a:p>
          <a:p>
            <a:pPr marL="396000" indent="-342900" algn="just">
              <a:buFont typeface="Arial" panose="020B0604020202020204" pitchFamily="34" charset="0"/>
              <a:buChar char="•"/>
            </a:pPr>
            <a:r>
              <a:rPr lang="pt-BR" sz="2400" b="1" dirty="0"/>
              <a:t>Escala SaaS:</a:t>
            </a:r>
            <a:r>
              <a:rPr lang="pt-BR" sz="2400" dirty="0"/>
              <a:t> Democratização do acesso para pequenas e médias empresas, permitindo personalização de ofertas com precisão algorítmica.</a:t>
            </a:r>
          </a:p>
          <a:p>
            <a:pPr algn="just"/>
            <a:r>
              <a:rPr lang="pt-BR" sz="2400" dirty="0"/>
              <a:t>	Estamos redefinindo o setor, transformando dados em decisões que eliminam o desperdício e impulsionam a inovação sustentável.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400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CB9C773-3C9A-AF4D-25BE-E89D4877D12D}"/>
              </a:ext>
            </a:extLst>
          </p:cNvPr>
          <p:cNvSpPr txBox="1"/>
          <p:nvPr/>
        </p:nvSpPr>
        <p:spPr>
          <a:xfrm>
            <a:off x="7248833" y="20403562"/>
            <a:ext cx="14910618" cy="13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dirty="0">
                <a:effectLst/>
              </a:rPr>
              <a:t> </a:t>
            </a:r>
            <a:endParaRPr lang="pt-BR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8FBA46D-2C0E-E48E-4DBE-6E6388741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180" y="28842054"/>
            <a:ext cx="5375919" cy="331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AB3EEB1-3275-B9F4-4CF4-CAA6B6836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8794" y="28806355"/>
            <a:ext cx="3314700" cy="331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ADA3E41-C1C0-5176-1620-D228FA0C4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741" y="29422881"/>
            <a:ext cx="2698174" cy="269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2D157C70-C793-1F2F-693C-8B936219B2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42978" y="11638317"/>
            <a:ext cx="19420352" cy="7820359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C35765A8-8E2C-1A55-8B1C-41071670C56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248357" y="28869629"/>
            <a:ext cx="4295776" cy="428677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B73718CC-DBFB-74CE-07A0-1B86F21325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6828" y="19690990"/>
            <a:ext cx="8695929" cy="89162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CA6731A2-16AD-C69F-4414-B7877CA5CB9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236460" y="19799848"/>
            <a:ext cx="13410488" cy="86998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616</TotalTime>
  <Words>422</Words>
  <Application>Microsoft Office PowerPoint</Application>
  <PresentationFormat>Personalizar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BBS – Bite Bit Solution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Aleff Souza 23025514</cp:lastModifiedBy>
  <cp:revision>52</cp:revision>
  <dcterms:created xsi:type="dcterms:W3CDTF">2006-11-04T15:46:42Z</dcterms:created>
  <dcterms:modified xsi:type="dcterms:W3CDTF">2025-11-10T02:22:36Z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