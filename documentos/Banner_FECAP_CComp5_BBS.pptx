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60" r:id="rId5"/>
  </p:sldIdLst>
  <p:sldSz cx="28800425" cy="43200638"/>
  <p:notesSz cx="6858000" cy="9144000"/>
  <p:defaultTextStyle>
    <a:defPPr>
      <a:defRPr lang="pt-BR"/>
    </a:defPPr>
    <a:lvl1pPr algn="l" rtl="0" eaLnBrk="0" fontAlgn="base" hangingPunct="0">
      <a:spcBef>
        <a:spcPct val="0"/>
      </a:spcBef>
      <a:spcAft>
        <a:spcPct val="0"/>
      </a:spcAft>
      <a:defRPr sz="8132" kern="1200">
        <a:solidFill>
          <a:schemeClr val="tx1"/>
        </a:solidFill>
        <a:latin typeface="Arial" charset="0"/>
        <a:ea typeface="+mn-ea"/>
        <a:cs typeface="+mn-cs"/>
      </a:defRPr>
    </a:lvl1pPr>
    <a:lvl2pPr marL="609493" algn="l" rtl="0" eaLnBrk="0" fontAlgn="base" hangingPunct="0">
      <a:spcBef>
        <a:spcPct val="0"/>
      </a:spcBef>
      <a:spcAft>
        <a:spcPct val="0"/>
      </a:spcAft>
      <a:defRPr sz="8132" kern="1200">
        <a:solidFill>
          <a:schemeClr val="tx1"/>
        </a:solidFill>
        <a:latin typeface="Arial" charset="0"/>
        <a:ea typeface="+mn-ea"/>
        <a:cs typeface="+mn-cs"/>
      </a:defRPr>
    </a:lvl2pPr>
    <a:lvl3pPr marL="1218987" algn="l" rtl="0" eaLnBrk="0" fontAlgn="base" hangingPunct="0">
      <a:spcBef>
        <a:spcPct val="0"/>
      </a:spcBef>
      <a:spcAft>
        <a:spcPct val="0"/>
      </a:spcAft>
      <a:defRPr sz="8132" kern="1200">
        <a:solidFill>
          <a:schemeClr val="tx1"/>
        </a:solidFill>
        <a:latin typeface="Arial" charset="0"/>
        <a:ea typeface="+mn-ea"/>
        <a:cs typeface="+mn-cs"/>
      </a:defRPr>
    </a:lvl3pPr>
    <a:lvl4pPr marL="1828480" algn="l" rtl="0" eaLnBrk="0" fontAlgn="base" hangingPunct="0">
      <a:spcBef>
        <a:spcPct val="0"/>
      </a:spcBef>
      <a:spcAft>
        <a:spcPct val="0"/>
      </a:spcAft>
      <a:defRPr sz="8132" kern="1200">
        <a:solidFill>
          <a:schemeClr val="tx1"/>
        </a:solidFill>
        <a:latin typeface="Arial" charset="0"/>
        <a:ea typeface="+mn-ea"/>
        <a:cs typeface="+mn-cs"/>
      </a:defRPr>
    </a:lvl4pPr>
    <a:lvl5pPr marL="2437973" algn="l" rtl="0" eaLnBrk="0" fontAlgn="base" hangingPunct="0">
      <a:spcBef>
        <a:spcPct val="0"/>
      </a:spcBef>
      <a:spcAft>
        <a:spcPct val="0"/>
      </a:spcAft>
      <a:defRPr sz="8132" kern="1200">
        <a:solidFill>
          <a:schemeClr val="tx1"/>
        </a:solidFill>
        <a:latin typeface="Arial" charset="0"/>
        <a:ea typeface="+mn-ea"/>
        <a:cs typeface="+mn-cs"/>
      </a:defRPr>
    </a:lvl5pPr>
    <a:lvl6pPr marL="3047467" algn="l" defTabSz="1218987" rtl="0" eaLnBrk="1" latinLnBrk="0" hangingPunct="1">
      <a:defRPr sz="8132" kern="1200">
        <a:solidFill>
          <a:schemeClr val="tx1"/>
        </a:solidFill>
        <a:latin typeface="Arial" charset="0"/>
        <a:ea typeface="+mn-ea"/>
        <a:cs typeface="+mn-cs"/>
      </a:defRPr>
    </a:lvl6pPr>
    <a:lvl7pPr marL="3656960" algn="l" defTabSz="1218987" rtl="0" eaLnBrk="1" latinLnBrk="0" hangingPunct="1">
      <a:defRPr sz="8132" kern="1200">
        <a:solidFill>
          <a:schemeClr val="tx1"/>
        </a:solidFill>
        <a:latin typeface="Arial" charset="0"/>
        <a:ea typeface="+mn-ea"/>
        <a:cs typeface="+mn-cs"/>
      </a:defRPr>
    </a:lvl7pPr>
    <a:lvl8pPr marL="4266453" algn="l" defTabSz="1218987" rtl="0" eaLnBrk="1" latinLnBrk="0" hangingPunct="1">
      <a:defRPr sz="8132" kern="1200">
        <a:solidFill>
          <a:schemeClr val="tx1"/>
        </a:solidFill>
        <a:latin typeface="Arial" charset="0"/>
        <a:ea typeface="+mn-ea"/>
        <a:cs typeface="+mn-cs"/>
      </a:defRPr>
    </a:lvl8pPr>
    <a:lvl9pPr marL="4875947" algn="l" defTabSz="1218987" rtl="0" eaLnBrk="1" latinLnBrk="0" hangingPunct="1">
      <a:defRPr sz="8132"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90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50" d="100"/>
          <a:sy n="50" d="100"/>
        </p:scale>
        <p:origin x="228" y="-8826"/>
      </p:cViewPr>
      <p:guideLst>
        <p:guide orient="horz" pos="13607"/>
        <p:guide pos="907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5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5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5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62137F34-5DDC-4C31-BA02-2277B1A4CE6D}" type="slidenum">
              <a:rPr lang="pt-BR"/>
              <a:pPr/>
              <a:t>‹nº›</a:t>
            </a:fld>
            <a:endParaRPr lang="pt-BR"/>
          </a:p>
        </p:txBody>
      </p:sp>
    </p:spTree>
    <p:extLst>
      <p:ext uri="{BB962C8B-B14F-4D97-AF65-F5344CB8AC3E}">
        <p14:creationId xmlns:p14="http://schemas.microsoft.com/office/powerpoint/2010/main" val="19431608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2052" name="Rectangle 4"/>
          <p:cNvSpPr>
            <a:spLocks noGrp="1" noRot="1" noChangeAspect="1" noChangeArrowheads="1" noTextEdit="1"/>
          </p:cNvSpPr>
          <p:nvPr>
            <p:ph type="sldImg" idx="2"/>
          </p:nvPr>
        </p:nvSpPr>
        <p:spPr bwMode="auto">
          <a:xfrm>
            <a:off x="2286000" y="685800"/>
            <a:ext cx="2286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37B61E2-BDFA-4896-B4A2-5CC42FC61C0E}" type="slidenum">
              <a:rPr lang="pt-BR"/>
              <a:pPr/>
              <a:t>‹nº›</a:t>
            </a:fld>
            <a:endParaRPr lang="pt-BR"/>
          </a:p>
        </p:txBody>
      </p:sp>
    </p:spTree>
    <p:extLst>
      <p:ext uri="{BB962C8B-B14F-4D97-AF65-F5344CB8AC3E}">
        <p14:creationId xmlns:p14="http://schemas.microsoft.com/office/powerpoint/2010/main" val="3921853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rial" charset="0"/>
        <a:ea typeface="+mn-ea"/>
        <a:cs typeface="+mn-cs"/>
      </a:defRPr>
    </a:lvl1pPr>
    <a:lvl2pPr marL="609493" algn="l" rtl="0" eaLnBrk="0" fontAlgn="base" hangingPunct="0">
      <a:spcBef>
        <a:spcPct val="30000"/>
      </a:spcBef>
      <a:spcAft>
        <a:spcPct val="0"/>
      </a:spcAft>
      <a:defRPr sz="1600" kern="1200">
        <a:solidFill>
          <a:schemeClr val="tx1"/>
        </a:solidFill>
        <a:latin typeface="Arial" charset="0"/>
        <a:ea typeface="+mn-ea"/>
        <a:cs typeface="+mn-cs"/>
      </a:defRPr>
    </a:lvl2pPr>
    <a:lvl3pPr marL="1218987" algn="l" rtl="0" eaLnBrk="0" fontAlgn="base" hangingPunct="0">
      <a:spcBef>
        <a:spcPct val="30000"/>
      </a:spcBef>
      <a:spcAft>
        <a:spcPct val="0"/>
      </a:spcAft>
      <a:defRPr sz="1600" kern="1200">
        <a:solidFill>
          <a:schemeClr val="tx1"/>
        </a:solidFill>
        <a:latin typeface="Arial" charset="0"/>
        <a:ea typeface="+mn-ea"/>
        <a:cs typeface="+mn-cs"/>
      </a:defRPr>
    </a:lvl3pPr>
    <a:lvl4pPr marL="1828480" algn="l" rtl="0" eaLnBrk="0" fontAlgn="base" hangingPunct="0">
      <a:spcBef>
        <a:spcPct val="30000"/>
      </a:spcBef>
      <a:spcAft>
        <a:spcPct val="0"/>
      </a:spcAft>
      <a:defRPr sz="1600" kern="1200">
        <a:solidFill>
          <a:schemeClr val="tx1"/>
        </a:solidFill>
        <a:latin typeface="Arial" charset="0"/>
        <a:ea typeface="+mn-ea"/>
        <a:cs typeface="+mn-cs"/>
      </a:defRPr>
    </a:lvl4pPr>
    <a:lvl5pPr marL="2437973" algn="l" rtl="0" eaLnBrk="0" fontAlgn="base" hangingPunct="0">
      <a:spcBef>
        <a:spcPct val="30000"/>
      </a:spcBef>
      <a:spcAft>
        <a:spcPct val="0"/>
      </a:spcAft>
      <a:defRPr sz="1600" kern="1200">
        <a:solidFill>
          <a:schemeClr val="tx1"/>
        </a:solidFill>
        <a:latin typeface="Arial"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a:ln/>
        </p:spPr>
      </p:sp>
      <p:sp>
        <p:nvSpPr>
          <p:cNvPr id="5123" name="Notes Placeholder 2"/>
          <p:cNvSpPr>
            <a:spLocks noGrp="1"/>
          </p:cNvSpPr>
          <p:nvPr>
            <p:ph type="body" idx="1"/>
          </p:nvPr>
        </p:nvSpPr>
        <p:spPr>
          <a:noFill/>
          <a:ln/>
        </p:spPr>
        <p:txBody>
          <a:bodyPr/>
          <a:lstStyle/>
          <a:p>
            <a:pPr eaLnBrk="1" hangingPunct="1">
              <a:spcBef>
                <a:spcPct val="0"/>
              </a:spcBef>
            </a:pPr>
            <a:endParaRPr lang="en-US" dirty="0">
              <a:ea typeface="ＭＳ Ｐゴシック" pitchFamily="34" charset="-128"/>
            </a:endParaRPr>
          </a:p>
        </p:txBody>
      </p:sp>
      <p:sp>
        <p:nvSpPr>
          <p:cNvPr id="5124" name="Slide Number Placeholder 3"/>
          <p:cNvSpPr>
            <a:spLocks noGrp="1"/>
          </p:cNvSpPr>
          <p:nvPr>
            <p:ph type="sldNum" sz="quarter" idx="5"/>
          </p:nvPr>
        </p:nvSpPr>
        <p:spPr>
          <a:noFill/>
        </p:spPr>
        <p:txBody>
          <a:bodyPr/>
          <a:lstStyle/>
          <a:p>
            <a:fld id="{E1035EDA-CF5D-4260-93D3-A3EA22A42075}" type="slidenum">
              <a:rPr lang="pt-BR">
                <a:latin typeface="Calibri" pitchFamily="34" charset="0"/>
                <a:ea typeface="ＭＳ Ｐゴシック" pitchFamily="34" charset="-128"/>
              </a:rPr>
              <a:pPr/>
              <a:t>1</a:t>
            </a:fld>
            <a:endParaRPr lang="pt-BR">
              <a:latin typeface="Calibri" pitchFamily="34" charset="0"/>
              <a:ea typeface="ＭＳ Ｐゴシック" pitchFamily="34" charset="-128"/>
            </a:endParaRPr>
          </a:p>
        </p:txBody>
      </p:sp>
    </p:spTree>
    <p:extLst>
      <p:ext uri="{BB962C8B-B14F-4D97-AF65-F5344CB8AC3E}">
        <p14:creationId xmlns:p14="http://schemas.microsoft.com/office/powerpoint/2010/main" val="141852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60880" y="13420305"/>
            <a:ext cx="24478668" cy="9259395"/>
          </a:xfrm>
        </p:spPr>
        <p:txBody>
          <a:bodyPr/>
          <a:lstStyle/>
          <a:p>
            <a:r>
              <a:rPr lang="pt-BR"/>
              <a:t>Clique para editar o estilo do título mestre</a:t>
            </a:r>
          </a:p>
        </p:txBody>
      </p:sp>
      <p:sp>
        <p:nvSpPr>
          <p:cNvPr id="3" name="Subtítulo 2"/>
          <p:cNvSpPr>
            <a:spLocks noGrp="1"/>
          </p:cNvSpPr>
          <p:nvPr>
            <p:ph type="subTitle" idx="1"/>
          </p:nvPr>
        </p:nvSpPr>
        <p:spPr>
          <a:xfrm>
            <a:off x="4319642" y="24480786"/>
            <a:ext cx="20161144" cy="11039316"/>
          </a:xfrm>
        </p:spPr>
        <p:txBody>
          <a:bodyPr/>
          <a:lstStyle>
            <a:lvl1pPr marL="0" indent="0" algn="ctr">
              <a:buNone/>
              <a:defRPr/>
            </a:lvl1pPr>
            <a:lvl2pPr marL="609539" indent="0" algn="ctr">
              <a:buNone/>
              <a:defRPr/>
            </a:lvl2pPr>
            <a:lvl3pPr marL="1219078" indent="0" algn="ctr">
              <a:buNone/>
              <a:defRPr/>
            </a:lvl3pPr>
            <a:lvl4pPr marL="1828617" indent="0" algn="ctr">
              <a:buNone/>
              <a:defRPr/>
            </a:lvl4pPr>
            <a:lvl5pPr marL="2438156" indent="0" algn="ctr">
              <a:buNone/>
              <a:defRPr/>
            </a:lvl5pPr>
            <a:lvl6pPr marL="3047695" indent="0" algn="ctr">
              <a:buNone/>
              <a:defRPr/>
            </a:lvl6pPr>
            <a:lvl7pPr marL="3657234" indent="0" algn="ctr">
              <a:buNone/>
              <a:defRPr/>
            </a:lvl7pPr>
            <a:lvl8pPr marL="4266773" indent="0" algn="ctr">
              <a:buNone/>
              <a:defRPr/>
            </a:lvl8pPr>
            <a:lvl9pPr marL="4876312" indent="0" algn="ctr">
              <a:buNone/>
              <a:defRPr/>
            </a:lvl9pPr>
          </a:lstStyle>
          <a:p>
            <a:r>
              <a:rPr lang="pt-BR"/>
              <a:t>Clique para editar o estilo do subtítulo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3FD650F0-8AAD-48EF-B3D3-2345F45EF8B2}" type="slidenum">
              <a:rPr lang="pt-BR"/>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8DC96D8B-5E5D-4756-AFBB-3EBE1D3ED4DA}" type="slidenum">
              <a:rPr lang="pt-BR"/>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2275166" y="27761258"/>
            <a:ext cx="24480784" cy="8580021"/>
          </a:xfrm>
        </p:spPr>
        <p:txBody>
          <a:bodyPr anchor="t"/>
          <a:lstStyle>
            <a:lvl1pPr algn="l">
              <a:defRPr sz="5333" b="1" cap="all"/>
            </a:lvl1pPr>
          </a:lstStyle>
          <a:p>
            <a:r>
              <a:rPr lang="pt-BR"/>
              <a:t>Clique para editar o estilo do título mestre</a:t>
            </a:r>
          </a:p>
        </p:txBody>
      </p:sp>
      <p:sp>
        <p:nvSpPr>
          <p:cNvPr id="3" name="Espaço Reservado para Texto 2"/>
          <p:cNvSpPr>
            <a:spLocks noGrp="1"/>
          </p:cNvSpPr>
          <p:nvPr>
            <p:ph type="body" idx="1"/>
          </p:nvPr>
        </p:nvSpPr>
        <p:spPr>
          <a:xfrm>
            <a:off x="2275166" y="18309267"/>
            <a:ext cx="24480784" cy="9451991"/>
          </a:xfrm>
        </p:spPr>
        <p:txBody>
          <a:bodyPr anchor="b"/>
          <a:lstStyle>
            <a:lvl1pPr marL="0" indent="0">
              <a:buNone/>
              <a:defRPr sz="2666"/>
            </a:lvl1pPr>
            <a:lvl2pPr marL="609539" indent="0">
              <a:buNone/>
              <a:defRPr sz="2400"/>
            </a:lvl2pPr>
            <a:lvl3pPr marL="1219078" indent="0">
              <a:buNone/>
              <a:defRPr sz="2133"/>
            </a:lvl3pPr>
            <a:lvl4pPr marL="1828617" indent="0">
              <a:buNone/>
              <a:defRPr sz="1866"/>
            </a:lvl4pPr>
            <a:lvl5pPr marL="2438156" indent="0">
              <a:buNone/>
              <a:defRPr sz="1866"/>
            </a:lvl5pPr>
            <a:lvl6pPr marL="3047695" indent="0">
              <a:buNone/>
              <a:defRPr sz="1866"/>
            </a:lvl6pPr>
            <a:lvl7pPr marL="3657234" indent="0">
              <a:buNone/>
              <a:defRPr sz="1866"/>
            </a:lvl7pPr>
            <a:lvl8pPr marL="4266773" indent="0">
              <a:buNone/>
              <a:defRPr sz="1866"/>
            </a:lvl8pPr>
            <a:lvl9pPr marL="4876312" indent="0">
              <a:buNone/>
              <a:defRPr sz="1866"/>
            </a:lvl9pPr>
          </a:lstStyle>
          <a:p>
            <a:pPr lvl="0"/>
            <a:r>
              <a:rPr lang="pt-BR"/>
              <a:t>Clique para editar os estilos do texto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D877B64-938F-41A7-B468-783CF163B3B2}" type="slidenum">
              <a:rPr lang="pt-BR"/>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1439175"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14501801"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5DF3C380-F25C-4E70-B099-B699EC5ADAC9}" type="slidenum">
              <a:rPr lang="pt-BR"/>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1439175" y="9669985"/>
            <a:ext cx="12726114"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4" name="Espaço Reservado para Conteúdo 3"/>
          <p:cNvSpPr>
            <a:spLocks noGrp="1"/>
          </p:cNvSpPr>
          <p:nvPr>
            <p:ph sz="half" idx="2"/>
          </p:nvPr>
        </p:nvSpPr>
        <p:spPr>
          <a:xfrm>
            <a:off x="1439175" y="13699675"/>
            <a:ext cx="12726114"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14630904" y="9669985"/>
            <a:ext cx="12730346"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6" name="Espaço Reservado para Conteúdo 5"/>
          <p:cNvSpPr>
            <a:spLocks noGrp="1"/>
          </p:cNvSpPr>
          <p:nvPr>
            <p:ph sz="quarter" idx="4"/>
          </p:nvPr>
        </p:nvSpPr>
        <p:spPr>
          <a:xfrm>
            <a:off x="14630904" y="13699675"/>
            <a:ext cx="12730346"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p:cNvSpPr>
            <a:spLocks noGrp="1" noChangeArrowheads="1"/>
          </p:cNvSpPr>
          <p:nvPr>
            <p:ph type="dt" sz="half" idx="10"/>
          </p:nvPr>
        </p:nvSpPr>
        <p:spPr>
          <a:ln/>
        </p:spPr>
        <p:txBody>
          <a:bodyPr/>
          <a:lstStyle>
            <a:lvl1pPr>
              <a:defRPr/>
            </a:lvl1pPr>
          </a:lstStyle>
          <a:p>
            <a:pPr>
              <a:defRPr/>
            </a:pPr>
            <a:endParaRPr lang="pt-BR"/>
          </a:p>
        </p:txBody>
      </p:sp>
      <p:sp>
        <p:nvSpPr>
          <p:cNvPr id="8" name="Rectangle 5"/>
          <p:cNvSpPr>
            <a:spLocks noGrp="1" noChangeArrowheads="1"/>
          </p:cNvSpPr>
          <p:nvPr>
            <p:ph type="ftr" sz="quarter" idx="11"/>
          </p:nvPr>
        </p:nvSpPr>
        <p:spPr>
          <a:ln/>
        </p:spPr>
        <p:txBody>
          <a:bodyPr/>
          <a:lstStyle>
            <a:lvl1pPr>
              <a:defRPr/>
            </a:lvl1pPr>
          </a:lstStyle>
          <a:p>
            <a:pPr>
              <a:defRPr/>
            </a:pPr>
            <a:endParaRPr lang="pt-BR"/>
          </a:p>
        </p:txBody>
      </p:sp>
      <p:sp>
        <p:nvSpPr>
          <p:cNvPr id="9" name="Rectangle 6"/>
          <p:cNvSpPr>
            <a:spLocks noGrp="1" noChangeArrowheads="1"/>
          </p:cNvSpPr>
          <p:nvPr>
            <p:ph type="sldNum" sz="quarter" idx="12"/>
          </p:nvPr>
        </p:nvSpPr>
        <p:spPr>
          <a:ln/>
        </p:spPr>
        <p:txBody>
          <a:bodyPr/>
          <a:lstStyle>
            <a:lvl1pPr>
              <a:defRPr/>
            </a:lvl1pPr>
          </a:lstStyle>
          <a:p>
            <a:fld id="{9611D1C0-6B5C-4B42-9BF5-9656ED25A1D6}" type="slidenum">
              <a:rPr lang="pt-BR"/>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Rectangle 4"/>
          <p:cNvSpPr>
            <a:spLocks noGrp="1" noChangeArrowheads="1"/>
          </p:cNvSpPr>
          <p:nvPr>
            <p:ph type="dt" sz="half" idx="10"/>
          </p:nvPr>
        </p:nvSpPr>
        <p:spPr>
          <a:ln/>
        </p:spPr>
        <p:txBody>
          <a:bodyPr/>
          <a:lstStyle>
            <a:lvl1pPr>
              <a:defRPr/>
            </a:lvl1pPr>
          </a:lstStyle>
          <a:p>
            <a:pPr>
              <a:defRPr/>
            </a:pPr>
            <a:endParaRPr lang="pt-BR"/>
          </a:p>
        </p:txBody>
      </p:sp>
      <p:sp>
        <p:nvSpPr>
          <p:cNvPr id="4" name="Rectangle 5"/>
          <p:cNvSpPr>
            <a:spLocks noGrp="1" noChangeArrowheads="1"/>
          </p:cNvSpPr>
          <p:nvPr>
            <p:ph type="ftr" sz="quarter" idx="11"/>
          </p:nvPr>
        </p:nvSpPr>
        <p:spPr>
          <a:ln/>
        </p:spPr>
        <p:txBody>
          <a:bodyPr/>
          <a:lstStyle>
            <a:lvl1pPr>
              <a:defRPr/>
            </a:lvl1pPr>
          </a:lstStyle>
          <a:p>
            <a:pPr>
              <a:defRPr/>
            </a:pPr>
            <a:endParaRPr lang="pt-BR"/>
          </a:p>
        </p:txBody>
      </p:sp>
      <p:sp>
        <p:nvSpPr>
          <p:cNvPr id="5" name="Rectangle 6"/>
          <p:cNvSpPr>
            <a:spLocks noGrp="1" noChangeArrowheads="1"/>
          </p:cNvSpPr>
          <p:nvPr>
            <p:ph type="sldNum" sz="quarter" idx="12"/>
          </p:nvPr>
        </p:nvSpPr>
        <p:spPr>
          <a:ln/>
        </p:spPr>
        <p:txBody>
          <a:bodyPr/>
          <a:lstStyle>
            <a:lvl1pPr>
              <a:defRPr/>
            </a:lvl1pPr>
          </a:lstStyle>
          <a:p>
            <a:fld id="{F203E92E-70CD-434A-A365-47B3624C9D13}" type="slidenum">
              <a:rPr lang="pt-BR"/>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t-BR"/>
          </a:p>
        </p:txBody>
      </p:sp>
      <p:sp>
        <p:nvSpPr>
          <p:cNvPr id="3" name="Rectangle 5"/>
          <p:cNvSpPr>
            <a:spLocks noGrp="1" noChangeArrowheads="1"/>
          </p:cNvSpPr>
          <p:nvPr>
            <p:ph type="ftr" sz="quarter" idx="11"/>
          </p:nvPr>
        </p:nvSpPr>
        <p:spPr>
          <a:ln/>
        </p:spPr>
        <p:txBody>
          <a:bodyPr/>
          <a:lstStyle>
            <a:lvl1pPr>
              <a:defRPr/>
            </a:lvl1pPr>
          </a:lstStyle>
          <a:p>
            <a:pPr>
              <a:defRPr/>
            </a:pPr>
            <a:endParaRPr lang="pt-BR"/>
          </a:p>
        </p:txBody>
      </p:sp>
      <p:sp>
        <p:nvSpPr>
          <p:cNvPr id="4" name="Rectangle 6"/>
          <p:cNvSpPr>
            <a:spLocks noGrp="1" noChangeArrowheads="1"/>
          </p:cNvSpPr>
          <p:nvPr>
            <p:ph type="sldNum" sz="quarter" idx="12"/>
          </p:nvPr>
        </p:nvSpPr>
        <p:spPr>
          <a:ln/>
        </p:spPr>
        <p:txBody>
          <a:bodyPr/>
          <a:lstStyle>
            <a:lvl1pPr>
              <a:defRPr/>
            </a:lvl1pPr>
          </a:lstStyle>
          <a:p>
            <a:fld id="{BBEBB076-EF90-42B2-B80B-DD7B17B5D866}" type="slidenum">
              <a:rPr lang="pt-BR"/>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439175" y="1720661"/>
            <a:ext cx="9475273" cy="7318627"/>
          </a:xfrm>
        </p:spPr>
        <p:txBody>
          <a:bodyPr anchor="b"/>
          <a:lstStyle>
            <a:lvl1pPr algn="l">
              <a:defRPr sz="2666" b="1"/>
            </a:lvl1pPr>
          </a:lstStyle>
          <a:p>
            <a:r>
              <a:rPr lang="pt-BR"/>
              <a:t>Clique para editar o estilo do título mestre</a:t>
            </a:r>
          </a:p>
        </p:txBody>
      </p:sp>
      <p:sp>
        <p:nvSpPr>
          <p:cNvPr id="3" name="Espaço Reservado para Conteúdo 2"/>
          <p:cNvSpPr>
            <a:spLocks noGrp="1"/>
          </p:cNvSpPr>
          <p:nvPr>
            <p:ph idx="1"/>
          </p:nvPr>
        </p:nvSpPr>
        <p:spPr>
          <a:xfrm>
            <a:off x="11259425" y="1720662"/>
            <a:ext cx="16101825" cy="36870385"/>
          </a:xfrm>
        </p:spPr>
        <p:txBody>
          <a:bodyPr/>
          <a:lstStyle>
            <a:lvl1pPr>
              <a:defRPr sz="4266"/>
            </a:lvl1pPr>
            <a:lvl2pPr>
              <a:defRPr sz="3733"/>
            </a:lvl2pPr>
            <a:lvl3pPr>
              <a:defRPr sz="3200"/>
            </a:lvl3pPr>
            <a:lvl4pPr>
              <a:defRPr sz="2666"/>
            </a:lvl4pPr>
            <a:lvl5pPr>
              <a:defRPr sz="2666"/>
            </a:lvl5pPr>
            <a:lvl6pPr>
              <a:defRPr sz="2666"/>
            </a:lvl6pPr>
            <a:lvl7pPr>
              <a:defRPr sz="2666"/>
            </a:lvl7pPr>
            <a:lvl8pPr>
              <a:defRPr sz="2666"/>
            </a:lvl8pPr>
            <a:lvl9pPr>
              <a:defRPr sz="2666"/>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1439175" y="9039287"/>
            <a:ext cx="9475273" cy="29551759"/>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17FA4729-5D1D-4D38-A25F-215095997037}" type="slidenum">
              <a:rPr lang="pt-BR"/>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644529" y="30239601"/>
            <a:ext cx="17280678" cy="3570424"/>
          </a:xfrm>
        </p:spPr>
        <p:txBody>
          <a:bodyPr anchor="b"/>
          <a:lstStyle>
            <a:lvl1pPr algn="l">
              <a:defRPr sz="2666" b="1"/>
            </a:lvl1pPr>
          </a:lstStyle>
          <a:p>
            <a:r>
              <a:rPr lang="pt-BR"/>
              <a:t>Clique para editar o estilo do título mestre</a:t>
            </a:r>
          </a:p>
        </p:txBody>
      </p:sp>
      <p:sp>
        <p:nvSpPr>
          <p:cNvPr id="3" name="Espaço Reservado para Imagem 2"/>
          <p:cNvSpPr>
            <a:spLocks noGrp="1"/>
          </p:cNvSpPr>
          <p:nvPr>
            <p:ph type="pic" idx="1"/>
          </p:nvPr>
        </p:nvSpPr>
        <p:spPr>
          <a:xfrm>
            <a:off x="5644529" y="3860375"/>
            <a:ext cx="17280678" cy="25919960"/>
          </a:xfrm>
        </p:spPr>
        <p:txBody>
          <a:bodyPr/>
          <a:lstStyle>
            <a:lvl1pPr marL="0" indent="0">
              <a:buNone/>
              <a:defRPr sz="4266"/>
            </a:lvl1pPr>
            <a:lvl2pPr marL="609539" indent="0">
              <a:buNone/>
              <a:defRPr sz="3733"/>
            </a:lvl2pPr>
            <a:lvl3pPr marL="1219078" indent="0">
              <a:buNone/>
              <a:defRPr sz="3200"/>
            </a:lvl3pPr>
            <a:lvl4pPr marL="1828617" indent="0">
              <a:buNone/>
              <a:defRPr sz="2666"/>
            </a:lvl4pPr>
            <a:lvl5pPr marL="2438156" indent="0">
              <a:buNone/>
              <a:defRPr sz="2666"/>
            </a:lvl5pPr>
            <a:lvl6pPr marL="3047695" indent="0">
              <a:buNone/>
              <a:defRPr sz="2666"/>
            </a:lvl6pPr>
            <a:lvl7pPr marL="3657234" indent="0">
              <a:buNone/>
              <a:defRPr sz="2666"/>
            </a:lvl7pPr>
            <a:lvl8pPr marL="4266773" indent="0">
              <a:buNone/>
              <a:defRPr sz="2666"/>
            </a:lvl8pPr>
            <a:lvl9pPr marL="4876312" indent="0">
              <a:buNone/>
              <a:defRPr sz="2666"/>
            </a:lvl9pPr>
          </a:lstStyle>
          <a:p>
            <a:pPr lvl="0"/>
            <a:endParaRPr lang="pt-BR" noProof="0"/>
          </a:p>
        </p:txBody>
      </p:sp>
      <p:sp>
        <p:nvSpPr>
          <p:cNvPr id="4" name="Espaço Reservado para Texto 3"/>
          <p:cNvSpPr>
            <a:spLocks noGrp="1"/>
          </p:cNvSpPr>
          <p:nvPr>
            <p:ph type="body" sz="half" idx="2"/>
          </p:nvPr>
        </p:nvSpPr>
        <p:spPr>
          <a:xfrm>
            <a:off x="5644529" y="33810024"/>
            <a:ext cx="17280678" cy="5070974"/>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96B7DF24-3BB9-4DC6-A067-2A7C35CBC9DF}" type="slidenum">
              <a:rPr lang="pt-BR"/>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E9B3DDCC-A5AA-4FD1-B372-9424E989D2BC}" type="slidenum">
              <a:rPr lang="pt-BR"/>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20880732" y="1729128"/>
            <a:ext cx="6480519" cy="36861919"/>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1439175" y="1729128"/>
            <a:ext cx="19238379" cy="36861919"/>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6A33422-2CED-4084-A0A2-878BA7696C06}" type="slidenum">
              <a:rPr lang="pt-BR"/>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39175" y="1729128"/>
            <a:ext cx="25922076" cy="7200106"/>
          </a:xfrm>
          <a:prstGeom prst="rect">
            <a:avLst/>
          </a:prstGeom>
          <a:noFill/>
          <a:ln w="9525">
            <a:noFill/>
            <a:miter lim="800000"/>
            <a:headEnd/>
            <a:tailEnd/>
          </a:ln>
        </p:spPr>
        <p:txBody>
          <a:bodyPr vert="horz" wrap="square" lIns="308610" tIns="154305" rIns="308610" bIns="154305" numCol="1" anchor="ctr" anchorCtr="0" compatLnSpc="1">
            <a:prstTxWarp prst="textNoShape">
              <a:avLst/>
            </a:prstTxWarp>
          </a:bodyPr>
          <a:lstStyle/>
          <a:p>
            <a:pPr lvl="0"/>
            <a:r>
              <a:rPr lang="pt-BR"/>
              <a:t>Clique para editar o estilo do título mestre</a:t>
            </a:r>
          </a:p>
        </p:txBody>
      </p:sp>
      <p:sp>
        <p:nvSpPr>
          <p:cNvPr id="1027" name="Rectangle 3"/>
          <p:cNvSpPr>
            <a:spLocks noGrp="1" noChangeArrowheads="1"/>
          </p:cNvSpPr>
          <p:nvPr>
            <p:ph type="body" idx="1"/>
          </p:nvPr>
        </p:nvSpPr>
        <p:spPr bwMode="auto">
          <a:xfrm>
            <a:off x="1439175" y="10080573"/>
            <a:ext cx="25922076" cy="28510473"/>
          </a:xfrm>
          <a:prstGeom prst="rect">
            <a:avLst/>
          </a:prstGeom>
          <a:noFill/>
          <a:ln w="9525">
            <a:noFill/>
            <a:miter lim="800000"/>
            <a:headEnd/>
            <a:tailEnd/>
          </a:ln>
        </p:spPr>
        <p:txBody>
          <a:bodyPr vert="horz" wrap="square" lIns="308610" tIns="154305" rIns="308610" bIns="154305" numCol="1" anchor="t" anchorCtr="0" compatLnSpc="1">
            <a:prstTxWarp prst="textNoShape">
              <a:avLst/>
            </a:prstTxWarp>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1028" name="Rectangle 4"/>
          <p:cNvSpPr>
            <a:spLocks noGrp="1" noChangeArrowheads="1"/>
          </p:cNvSpPr>
          <p:nvPr>
            <p:ph type="dt" sz="half" idx="2"/>
          </p:nvPr>
        </p:nvSpPr>
        <p:spPr bwMode="auto">
          <a:xfrm>
            <a:off x="1439175"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eaLnBrk="1" hangingPunct="1">
              <a:defRPr sz="6266">
                <a:latin typeface="Arial" charset="0"/>
              </a:defRPr>
            </a:lvl1pPr>
          </a:lstStyle>
          <a:p>
            <a:pPr>
              <a:defRPr/>
            </a:pPr>
            <a:endParaRPr lang="pt-BR"/>
          </a:p>
        </p:txBody>
      </p:sp>
      <p:sp>
        <p:nvSpPr>
          <p:cNvPr id="1029" name="Rectangle 5"/>
          <p:cNvSpPr>
            <a:spLocks noGrp="1" noChangeArrowheads="1"/>
          </p:cNvSpPr>
          <p:nvPr>
            <p:ph type="ftr" sz="quarter" idx="3"/>
          </p:nvPr>
        </p:nvSpPr>
        <p:spPr bwMode="auto">
          <a:xfrm>
            <a:off x="9839300" y="39340264"/>
            <a:ext cx="9121828"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ctr" eaLnBrk="1" hangingPunct="1">
              <a:defRPr sz="6266">
                <a:latin typeface="Arial" charset="0"/>
              </a:defRPr>
            </a:lvl1pPr>
          </a:lstStyle>
          <a:p>
            <a:pPr>
              <a:defRPr/>
            </a:pPr>
            <a:endParaRPr lang="pt-BR"/>
          </a:p>
        </p:txBody>
      </p:sp>
      <p:sp>
        <p:nvSpPr>
          <p:cNvPr id="1030" name="Rectangle 6"/>
          <p:cNvSpPr>
            <a:spLocks noGrp="1" noChangeArrowheads="1"/>
          </p:cNvSpPr>
          <p:nvPr>
            <p:ph type="sldNum" sz="quarter" idx="4"/>
          </p:nvPr>
        </p:nvSpPr>
        <p:spPr bwMode="auto">
          <a:xfrm>
            <a:off x="20639458"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r" eaLnBrk="1" hangingPunct="1">
              <a:defRPr sz="6266"/>
            </a:lvl1pPr>
          </a:lstStyle>
          <a:p>
            <a:fld id="{9D20D27F-DE98-4825-9B81-BD19507AA243}" type="slidenum">
              <a:rPr lang="pt-BR"/>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14389" rtl="0" eaLnBrk="0" fontAlgn="base" hangingPunct="0">
        <a:spcBef>
          <a:spcPct val="0"/>
        </a:spcBef>
        <a:spcAft>
          <a:spcPct val="0"/>
        </a:spcAft>
        <a:defRPr sz="19865">
          <a:solidFill>
            <a:schemeClr val="tx2"/>
          </a:solidFill>
          <a:latin typeface="+mj-lt"/>
          <a:ea typeface="+mj-ea"/>
          <a:cs typeface="+mj-cs"/>
        </a:defRPr>
      </a:lvl1pPr>
      <a:lvl2pPr algn="ctr" defTabSz="4114389" rtl="0" eaLnBrk="0" fontAlgn="base" hangingPunct="0">
        <a:spcBef>
          <a:spcPct val="0"/>
        </a:spcBef>
        <a:spcAft>
          <a:spcPct val="0"/>
        </a:spcAft>
        <a:defRPr sz="19865">
          <a:solidFill>
            <a:schemeClr val="tx2"/>
          </a:solidFill>
          <a:latin typeface="Arial" charset="0"/>
        </a:defRPr>
      </a:lvl2pPr>
      <a:lvl3pPr algn="ctr" defTabSz="4114389" rtl="0" eaLnBrk="0" fontAlgn="base" hangingPunct="0">
        <a:spcBef>
          <a:spcPct val="0"/>
        </a:spcBef>
        <a:spcAft>
          <a:spcPct val="0"/>
        </a:spcAft>
        <a:defRPr sz="19865">
          <a:solidFill>
            <a:schemeClr val="tx2"/>
          </a:solidFill>
          <a:latin typeface="Arial" charset="0"/>
        </a:defRPr>
      </a:lvl3pPr>
      <a:lvl4pPr algn="ctr" defTabSz="4114389" rtl="0" eaLnBrk="0" fontAlgn="base" hangingPunct="0">
        <a:spcBef>
          <a:spcPct val="0"/>
        </a:spcBef>
        <a:spcAft>
          <a:spcPct val="0"/>
        </a:spcAft>
        <a:defRPr sz="19865">
          <a:solidFill>
            <a:schemeClr val="tx2"/>
          </a:solidFill>
          <a:latin typeface="Arial" charset="0"/>
        </a:defRPr>
      </a:lvl4pPr>
      <a:lvl5pPr algn="ctr" defTabSz="4114389" rtl="0" eaLnBrk="0" fontAlgn="base" hangingPunct="0">
        <a:spcBef>
          <a:spcPct val="0"/>
        </a:spcBef>
        <a:spcAft>
          <a:spcPct val="0"/>
        </a:spcAft>
        <a:defRPr sz="19865">
          <a:solidFill>
            <a:schemeClr val="tx2"/>
          </a:solidFill>
          <a:latin typeface="Arial" charset="0"/>
        </a:defRPr>
      </a:lvl5pPr>
      <a:lvl6pPr marL="609539" algn="ctr" defTabSz="4114389" rtl="0" fontAlgn="base">
        <a:spcBef>
          <a:spcPct val="0"/>
        </a:spcBef>
        <a:spcAft>
          <a:spcPct val="0"/>
        </a:spcAft>
        <a:defRPr sz="19865">
          <a:solidFill>
            <a:schemeClr val="tx2"/>
          </a:solidFill>
          <a:latin typeface="Arial" charset="0"/>
        </a:defRPr>
      </a:lvl6pPr>
      <a:lvl7pPr marL="1219078" algn="ctr" defTabSz="4114389" rtl="0" fontAlgn="base">
        <a:spcBef>
          <a:spcPct val="0"/>
        </a:spcBef>
        <a:spcAft>
          <a:spcPct val="0"/>
        </a:spcAft>
        <a:defRPr sz="19865">
          <a:solidFill>
            <a:schemeClr val="tx2"/>
          </a:solidFill>
          <a:latin typeface="Arial" charset="0"/>
        </a:defRPr>
      </a:lvl7pPr>
      <a:lvl8pPr marL="1828617" algn="ctr" defTabSz="4114389" rtl="0" fontAlgn="base">
        <a:spcBef>
          <a:spcPct val="0"/>
        </a:spcBef>
        <a:spcAft>
          <a:spcPct val="0"/>
        </a:spcAft>
        <a:defRPr sz="19865">
          <a:solidFill>
            <a:schemeClr val="tx2"/>
          </a:solidFill>
          <a:latin typeface="Arial" charset="0"/>
        </a:defRPr>
      </a:lvl8pPr>
      <a:lvl9pPr marL="2438156" algn="ctr" defTabSz="4114389" rtl="0" fontAlgn="base">
        <a:spcBef>
          <a:spcPct val="0"/>
        </a:spcBef>
        <a:spcAft>
          <a:spcPct val="0"/>
        </a:spcAft>
        <a:defRPr sz="19865">
          <a:solidFill>
            <a:schemeClr val="tx2"/>
          </a:solidFill>
          <a:latin typeface="Arial" charset="0"/>
        </a:defRPr>
      </a:lvl9pPr>
    </p:titleStyle>
    <p:bodyStyle>
      <a:lvl1pPr marL="1542896" indent="-1542896" algn="l" defTabSz="4114389" rtl="0" eaLnBrk="0" fontAlgn="base" hangingPunct="0">
        <a:spcBef>
          <a:spcPct val="20000"/>
        </a:spcBef>
        <a:spcAft>
          <a:spcPct val="0"/>
        </a:spcAft>
        <a:buChar char="•"/>
        <a:defRPr sz="14399">
          <a:solidFill>
            <a:schemeClr val="tx1"/>
          </a:solidFill>
          <a:latin typeface="+mn-lt"/>
          <a:ea typeface="+mn-ea"/>
          <a:cs typeface="+mn-cs"/>
        </a:defRPr>
      </a:lvl1pPr>
      <a:lvl2pPr marL="3343999" indent="-1286805" algn="l" defTabSz="4114389" rtl="0" eaLnBrk="0" fontAlgn="base" hangingPunct="0">
        <a:spcBef>
          <a:spcPct val="20000"/>
        </a:spcBef>
        <a:spcAft>
          <a:spcPct val="0"/>
        </a:spcAft>
        <a:buChar char="–"/>
        <a:defRPr sz="12665">
          <a:solidFill>
            <a:schemeClr val="tx1"/>
          </a:solidFill>
          <a:latin typeface="+mn-lt"/>
        </a:defRPr>
      </a:lvl2pPr>
      <a:lvl3pPr marL="5142986" indent="-1028597" algn="l" defTabSz="4114389" rtl="0" eaLnBrk="0" fontAlgn="base" hangingPunct="0">
        <a:spcBef>
          <a:spcPct val="20000"/>
        </a:spcBef>
        <a:spcAft>
          <a:spcPct val="0"/>
        </a:spcAft>
        <a:buChar char="•"/>
        <a:defRPr sz="10799">
          <a:solidFill>
            <a:schemeClr val="tx1"/>
          </a:solidFill>
          <a:latin typeface="+mn-lt"/>
        </a:defRPr>
      </a:lvl3pPr>
      <a:lvl4pPr marL="7200180" indent="-1028597" algn="l" defTabSz="4114389" rtl="0" eaLnBrk="0" fontAlgn="base" hangingPunct="0">
        <a:spcBef>
          <a:spcPct val="20000"/>
        </a:spcBef>
        <a:spcAft>
          <a:spcPct val="0"/>
        </a:spcAft>
        <a:buChar char="–"/>
        <a:defRPr sz="9066">
          <a:solidFill>
            <a:schemeClr val="tx1"/>
          </a:solidFill>
          <a:latin typeface="+mn-lt"/>
        </a:defRPr>
      </a:lvl4pPr>
      <a:lvl5pPr marL="9257374" indent="-1028597" algn="l" defTabSz="4114389" rtl="0" eaLnBrk="0" fontAlgn="base" hangingPunct="0">
        <a:spcBef>
          <a:spcPct val="20000"/>
        </a:spcBef>
        <a:spcAft>
          <a:spcPct val="0"/>
        </a:spcAft>
        <a:buChar char="»"/>
        <a:defRPr sz="9066">
          <a:solidFill>
            <a:schemeClr val="tx1"/>
          </a:solidFill>
          <a:latin typeface="+mn-lt"/>
        </a:defRPr>
      </a:lvl5pPr>
      <a:lvl6pPr marL="9866913" indent="-1028597" algn="l" defTabSz="4114389" rtl="0" fontAlgn="base">
        <a:spcBef>
          <a:spcPct val="20000"/>
        </a:spcBef>
        <a:spcAft>
          <a:spcPct val="0"/>
        </a:spcAft>
        <a:buChar char="»"/>
        <a:defRPr sz="9066">
          <a:solidFill>
            <a:schemeClr val="tx1"/>
          </a:solidFill>
          <a:latin typeface="+mn-lt"/>
        </a:defRPr>
      </a:lvl6pPr>
      <a:lvl7pPr marL="10476452" indent="-1028597" algn="l" defTabSz="4114389" rtl="0" fontAlgn="base">
        <a:spcBef>
          <a:spcPct val="20000"/>
        </a:spcBef>
        <a:spcAft>
          <a:spcPct val="0"/>
        </a:spcAft>
        <a:buChar char="»"/>
        <a:defRPr sz="9066">
          <a:solidFill>
            <a:schemeClr val="tx1"/>
          </a:solidFill>
          <a:latin typeface="+mn-lt"/>
        </a:defRPr>
      </a:lvl7pPr>
      <a:lvl8pPr marL="11085991" indent="-1028597" algn="l" defTabSz="4114389" rtl="0" fontAlgn="base">
        <a:spcBef>
          <a:spcPct val="20000"/>
        </a:spcBef>
        <a:spcAft>
          <a:spcPct val="0"/>
        </a:spcAft>
        <a:buChar char="»"/>
        <a:defRPr sz="9066">
          <a:solidFill>
            <a:schemeClr val="tx1"/>
          </a:solidFill>
          <a:latin typeface="+mn-lt"/>
        </a:defRPr>
      </a:lvl8pPr>
      <a:lvl9pPr marL="11695530" indent="-1028597" algn="l" defTabSz="4114389" rtl="0" fontAlgn="base">
        <a:spcBef>
          <a:spcPct val="20000"/>
        </a:spcBef>
        <a:spcAft>
          <a:spcPct val="0"/>
        </a:spcAft>
        <a:buChar char="»"/>
        <a:defRPr sz="9066">
          <a:solidFill>
            <a:schemeClr val="tx1"/>
          </a:solidFill>
          <a:latin typeface="+mn-lt"/>
        </a:defRPr>
      </a:lvl9pPr>
    </p:bodyStyle>
    <p:otherStyle>
      <a:defPPr>
        <a:defRPr lang="pt-BR"/>
      </a:defPPr>
      <a:lvl1pPr marL="0" algn="l" defTabSz="1219078" rtl="0" eaLnBrk="1" latinLnBrk="0" hangingPunct="1">
        <a:defRPr sz="2400" kern="1200">
          <a:solidFill>
            <a:schemeClr val="tx1"/>
          </a:solidFill>
          <a:latin typeface="+mn-lt"/>
          <a:ea typeface="+mn-ea"/>
          <a:cs typeface="+mn-cs"/>
        </a:defRPr>
      </a:lvl1pPr>
      <a:lvl2pPr marL="609539" algn="l" defTabSz="1219078" rtl="0" eaLnBrk="1" latinLnBrk="0" hangingPunct="1">
        <a:defRPr sz="2400" kern="1200">
          <a:solidFill>
            <a:schemeClr val="tx1"/>
          </a:solidFill>
          <a:latin typeface="+mn-lt"/>
          <a:ea typeface="+mn-ea"/>
          <a:cs typeface="+mn-cs"/>
        </a:defRPr>
      </a:lvl2pPr>
      <a:lvl3pPr marL="1219078" algn="l" defTabSz="1219078" rtl="0" eaLnBrk="1" latinLnBrk="0" hangingPunct="1">
        <a:defRPr sz="2400" kern="1200">
          <a:solidFill>
            <a:schemeClr val="tx1"/>
          </a:solidFill>
          <a:latin typeface="+mn-lt"/>
          <a:ea typeface="+mn-ea"/>
          <a:cs typeface="+mn-cs"/>
        </a:defRPr>
      </a:lvl3pPr>
      <a:lvl4pPr marL="1828617" algn="l" defTabSz="1219078" rtl="0" eaLnBrk="1" latinLnBrk="0" hangingPunct="1">
        <a:defRPr sz="2400" kern="1200">
          <a:solidFill>
            <a:schemeClr val="tx1"/>
          </a:solidFill>
          <a:latin typeface="+mn-lt"/>
          <a:ea typeface="+mn-ea"/>
          <a:cs typeface="+mn-cs"/>
        </a:defRPr>
      </a:lvl4pPr>
      <a:lvl5pPr marL="2438156" algn="l" defTabSz="1219078" rtl="0" eaLnBrk="1" latinLnBrk="0" hangingPunct="1">
        <a:defRPr sz="2400" kern="1200">
          <a:solidFill>
            <a:schemeClr val="tx1"/>
          </a:solidFill>
          <a:latin typeface="+mn-lt"/>
          <a:ea typeface="+mn-ea"/>
          <a:cs typeface="+mn-cs"/>
        </a:defRPr>
      </a:lvl5pPr>
      <a:lvl6pPr marL="3047695" algn="l" defTabSz="1219078" rtl="0" eaLnBrk="1" latinLnBrk="0" hangingPunct="1">
        <a:defRPr sz="2400" kern="1200">
          <a:solidFill>
            <a:schemeClr val="tx1"/>
          </a:solidFill>
          <a:latin typeface="+mn-lt"/>
          <a:ea typeface="+mn-ea"/>
          <a:cs typeface="+mn-cs"/>
        </a:defRPr>
      </a:lvl6pPr>
      <a:lvl7pPr marL="3657234" algn="l" defTabSz="1219078" rtl="0" eaLnBrk="1" latinLnBrk="0" hangingPunct="1">
        <a:defRPr sz="2400" kern="1200">
          <a:solidFill>
            <a:schemeClr val="tx1"/>
          </a:solidFill>
          <a:latin typeface="+mn-lt"/>
          <a:ea typeface="+mn-ea"/>
          <a:cs typeface="+mn-cs"/>
        </a:defRPr>
      </a:lvl7pPr>
      <a:lvl8pPr marL="4266773" algn="l" defTabSz="1219078" rtl="0" eaLnBrk="1" latinLnBrk="0" hangingPunct="1">
        <a:defRPr sz="2400" kern="1200">
          <a:solidFill>
            <a:schemeClr val="tx1"/>
          </a:solidFill>
          <a:latin typeface="+mn-lt"/>
          <a:ea typeface="+mn-ea"/>
          <a:cs typeface="+mn-cs"/>
        </a:defRPr>
      </a:lvl8pPr>
      <a:lvl9pPr marL="4876312" algn="l" defTabSz="1219078"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65B9183-D015-4EDA-BC8C-5077C4505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0" y="10648"/>
            <a:ext cx="28774944" cy="43179343"/>
          </a:xfrm>
          <a:prstGeom prst="rect">
            <a:avLst/>
          </a:prstGeom>
        </p:spPr>
      </p:pic>
      <p:sp>
        <p:nvSpPr>
          <p:cNvPr id="4100" name="Rectangle 6"/>
          <p:cNvSpPr>
            <a:spLocks noChangeArrowheads="1"/>
          </p:cNvSpPr>
          <p:nvPr/>
        </p:nvSpPr>
        <p:spPr bwMode="auto">
          <a:xfrm>
            <a:off x="-36734" y="2703684"/>
            <a:ext cx="28800425" cy="666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pPr algn="ctr" eaLnBrk="1" hangingPunct="1"/>
            <a:r>
              <a:rPr lang="pt-BR" sz="3733" b="1" dirty="0">
                <a:ea typeface="ＭＳ Ｐゴシック" pitchFamily="34" charset="-128"/>
                <a:cs typeface="Times New Roman" pitchFamily="18" charset="0"/>
              </a:rPr>
              <a:t>Aleff Souza; Joao Paulo; Matheus Zimmer; </a:t>
            </a:r>
            <a:r>
              <a:rPr lang="pt-BR" sz="3733" b="1" dirty="0" err="1">
                <a:ea typeface="ＭＳ Ｐゴシック" pitchFamily="34" charset="-128"/>
                <a:cs typeface="Times New Roman" pitchFamily="18" charset="0"/>
              </a:rPr>
              <a:t>Luis</a:t>
            </a:r>
            <a:r>
              <a:rPr lang="pt-BR" sz="3733" b="1" dirty="0">
                <a:ea typeface="ＭＳ Ｐゴシック" pitchFamily="34" charset="-128"/>
                <a:cs typeface="Times New Roman" pitchFamily="18" charset="0"/>
              </a:rPr>
              <a:t> Felipe</a:t>
            </a:r>
          </a:p>
        </p:txBody>
      </p:sp>
      <p:sp>
        <p:nvSpPr>
          <p:cNvPr id="4102" name="TextBox 8"/>
          <p:cNvSpPr txBox="1">
            <a:spLocks noChangeArrowheads="1"/>
          </p:cNvSpPr>
          <p:nvPr/>
        </p:nvSpPr>
        <p:spPr bwMode="auto">
          <a:xfrm>
            <a:off x="690522" y="4992304"/>
            <a:ext cx="13284851"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Sobre a equipe</a:t>
            </a:r>
          </a:p>
          <a:p>
            <a:pPr algn="just" defTabSz="1678349" eaLnBrk="1" hangingPunct="1">
              <a:spcAft>
                <a:spcPts val="1200"/>
              </a:spcAft>
            </a:pPr>
            <a:r>
              <a:rPr lang="pt-BR" sz="2400" dirty="0"/>
              <a:t> 	 Somos a BBS - </a:t>
            </a:r>
            <a:r>
              <a:rPr lang="pt-BR" sz="2400" dirty="0" err="1"/>
              <a:t>Bite</a:t>
            </a:r>
            <a:r>
              <a:rPr lang="pt-BR" sz="2400" dirty="0"/>
              <a:t> Bit </a:t>
            </a:r>
            <a:r>
              <a:rPr lang="pt-BR" sz="2400" dirty="0" err="1"/>
              <a:t>Solution</a:t>
            </a:r>
            <a:r>
              <a:rPr lang="pt-BR" sz="2400" dirty="0"/>
              <a:t> equipe do curso de Ciência da Computação, com foco em inovação tecnológica e inteligência artificial aplicada à análise de dados. Reunimos nossas habilidades desenvolvidas ao decorrer do curso e nesse semestre com o objetivo de entregar uma solução robusta, escalável e voltada à tomada de decisão inteligente. Nossa divisão de trabalho foi estruturada para garantir eficiência em todas as etapas do projeto sendo  —João sendo o maior responsável pelo desenvolvimento do modelo de Machine Learning, enquanto Luís Felipe cuidada da confirmação  e correlação  com a parte de cálculos, para averiguar os resultados e Aleff e Matheus focaram e na parte dos sistema, da implementação do Docker e mediar as outras áreas, lembrando que todos se apoiaram em todas as partes, visando um teste de qualidade para o melhor resultado possível.</a:t>
            </a:r>
          </a:p>
        </p:txBody>
      </p:sp>
      <p:sp>
        <p:nvSpPr>
          <p:cNvPr id="4104" name="Rectangle 13"/>
          <p:cNvSpPr>
            <a:spLocks noChangeArrowheads="1"/>
          </p:cNvSpPr>
          <p:nvPr/>
        </p:nvSpPr>
        <p:spPr bwMode="auto">
          <a:xfrm>
            <a:off x="0" y="-669350"/>
            <a:ext cx="184731" cy="13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144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126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108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5pPr>
            <a:lvl6pPr marL="25146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6pPr>
            <a:lvl7pPr marL="29718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7pPr>
            <a:lvl8pPr marL="34290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8pPr>
            <a:lvl9pPr marL="38862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defRPr/>
            </a:pPr>
            <a:endParaRPr lang="en-US" sz="8099">
              <a:latin typeface="Arial" panose="020B0604020202020204" pitchFamily="34" charset="0"/>
            </a:endParaRPr>
          </a:p>
        </p:txBody>
      </p:sp>
      <p:sp>
        <p:nvSpPr>
          <p:cNvPr id="4108" name="Rectangle 2"/>
          <p:cNvSpPr>
            <a:spLocks noGrp="1" noChangeArrowheads="1"/>
          </p:cNvSpPr>
          <p:nvPr>
            <p:ph type="ctrTitle"/>
          </p:nvPr>
        </p:nvSpPr>
        <p:spPr>
          <a:xfrm>
            <a:off x="533295" y="1091039"/>
            <a:ext cx="27924315" cy="2258359"/>
          </a:xfrm>
        </p:spPr>
        <p:txBody>
          <a:bodyPr/>
          <a:lstStyle/>
          <a:p>
            <a:pPr eaLnBrk="1" hangingPunct="1"/>
            <a:r>
              <a:rPr lang="pt-BR" sz="5866" b="1" dirty="0"/>
              <a:t>BBS – </a:t>
            </a:r>
            <a:r>
              <a:rPr lang="pt-BR" sz="5866" b="1" dirty="0" err="1"/>
              <a:t>Bite</a:t>
            </a:r>
            <a:r>
              <a:rPr lang="pt-BR" sz="5866" b="1" dirty="0"/>
              <a:t> Bit </a:t>
            </a:r>
            <a:r>
              <a:rPr lang="pt-BR" sz="5866" b="1" dirty="0" err="1"/>
              <a:t>Solution</a:t>
            </a:r>
            <a:endParaRPr lang="pt-BR" sz="5866" b="1" dirty="0"/>
          </a:p>
        </p:txBody>
      </p:sp>
      <p:sp>
        <p:nvSpPr>
          <p:cNvPr id="4109" name="Rectangle 14"/>
          <p:cNvSpPr>
            <a:spLocks noChangeArrowheads="1"/>
          </p:cNvSpPr>
          <p:nvPr/>
        </p:nvSpPr>
        <p:spPr bwMode="auto">
          <a:xfrm>
            <a:off x="1540883" y="288300"/>
            <a:ext cx="25809904" cy="1619083"/>
          </a:xfrm>
          <a:prstGeom prst="rect">
            <a:avLst/>
          </a:prstGeom>
          <a:noFill/>
          <a:ln w="9525">
            <a:noFill/>
            <a:miter lim="800000"/>
            <a:headEnd/>
            <a:tailEnd/>
          </a:ln>
        </p:spPr>
        <p:txBody>
          <a:bodyPr lIns="411435" tIns="205717" rIns="411435" bIns="205717" anchor="ctr"/>
          <a:lstStyle/>
          <a:p>
            <a:pPr algn="ctr" eaLnBrk="1" hangingPunct="1"/>
            <a:r>
              <a:rPr lang="pt-BR" sz="7999" b="1" dirty="0">
                <a:solidFill>
                  <a:schemeClr val="bg1"/>
                </a:solidFill>
              </a:rPr>
              <a:t>Semana de Tecnologia FECAP 2025</a:t>
            </a:r>
          </a:p>
        </p:txBody>
      </p:sp>
      <p:sp>
        <p:nvSpPr>
          <p:cNvPr id="4" name="TextBox 8">
            <a:extLst>
              <a:ext uri="{FF2B5EF4-FFF2-40B4-BE49-F238E27FC236}">
                <a16:creationId xmlns:a16="http://schemas.microsoft.com/office/drawing/2014/main" id="{6D4C09D9-51BE-953B-669D-23F72BD2F12D}"/>
              </a:ext>
            </a:extLst>
          </p:cNvPr>
          <p:cNvSpPr txBox="1">
            <a:spLocks noChangeArrowheads="1"/>
          </p:cNvSpPr>
          <p:nvPr/>
        </p:nvSpPr>
        <p:spPr bwMode="auto">
          <a:xfrm>
            <a:off x="14653154" y="4992305"/>
            <a:ext cx="13284851" cy="419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Problema a ser tratado</a:t>
            </a:r>
          </a:p>
          <a:p>
            <a:pPr algn="just" defTabSz="1678349" eaLnBrk="1" hangingPunct="1">
              <a:spcAft>
                <a:spcPts val="1200"/>
              </a:spcAft>
            </a:pPr>
            <a:r>
              <a:rPr lang="pt-BR" sz="3733" dirty="0"/>
              <a:t> </a:t>
            </a:r>
            <a:r>
              <a:rPr lang="pt-BR" sz="2666" dirty="0"/>
              <a:t>	</a:t>
            </a:r>
            <a:r>
              <a:rPr lang="pt-BR" sz="2400" dirty="0"/>
              <a:t>  Restaurantes e Foodtechs operam em um mercado ultracompetitivo, mas enfrentam uma dificuldade crucial que identificamos e desejamos sanar, entender o que seus clientes realmente o comportamento, o que eles querem e pensam . A falta de clareza sobre o esses aspectos do consumidor e as tendências emergentes muito rápidas e voláteis nas redes sociais resulta em campanhas de marketing genéricas, com baixo engajamento, decisões pouco assertivas e desperdício de recursos.</a:t>
            </a:r>
            <a:endParaRPr lang="pt-BR" sz="2666" dirty="0"/>
          </a:p>
          <a:p>
            <a:pPr algn="just" defTabSz="1678349" eaLnBrk="1" hangingPunct="1">
              <a:spcAft>
                <a:spcPts val="1200"/>
              </a:spcAft>
            </a:pPr>
            <a:endParaRPr lang="pt-BR" sz="2666" dirty="0"/>
          </a:p>
          <a:p>
            <a:pPr algn="just" defTabSz="1678349" eaLnBrk="1" hangingPunct="1">
              <a:spcAft>
                <a:spcPts val="1200"/>
              </a:spcAft>
            </a:pPr>
            <a:r>
              <a:rPr lang="pt-BR" sz="2666" dirty="0"/>
              <a:t>	</a:t>
            </a:r>
          </a:p>
        </p:txBody>
      </p:sp>
      <p:sp>
        <p:nvSpPr>
          <p:cNvPr id="7" name="TextBox 8">
            <a:extLst>
              <a:ext uri="{FF2B5EF4-FFF2-40B4-BE49-F238E27FC236}">
                <a16:creationId xmlns:a16="http://schemas.microsoft.com/office/drawing/2014/main" id="{C1758913-C53F-99C8-A545-3D8DE7E0ED34}"/>
              </a:ext>
            </a:extLst>
          </p:cNvPr>
          <p:cNvSpPr txBox="1">
            <a:spLocks noChangeArrowheads="1"/>
          </p:cNvSpPr>
          <p:nvPr/>
        </p:nvSpPr>
        <p:spPr bwMode="auto">
          <a:xfrm>
            <a:off x="630353" y="33543418"/>
            <a:ext cx="13318910" cy="45447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Solução proposta</a:t>
            </a:r>
          </a:p>
          <a:p>
            <a:pPr algn="just" defTabSz="1678349" eaLnBrk="1" hangingPunct="1">
              <a:spcAft>
                <a:spcPts val="1200"/>
              </a:spcAft>
            </a:pPr>
            <a:r>
              <a:rPr lang="pt-BR" sz="3733" dirty="0"/>
              <a:t> </a:t>
            </a:r>
            <a:r>
              <a:rPr lang="pt-BR" sz="2666" dirty="0"/>
              <a:t>	</a:t>
            </a:r>
            <a:r>
              <a:rPr lang="pt-BR" sz="2400" dirty="0"/>
              <a:t>  Apresentamos o </a:t>
            </a:r>
            <a:r>
              <a:rPr lang="pt-BR" sz="2400" dirty="0" err="1"/>
              <a:t>Bite</a:t>
            </a:r>
            <a:r>
              <a:rPr lang="pt-BR" sz="2400" dirty="0"/>
              <a:t> Bit </a:t>
            </a:r>
            <a:r>
              <a:rPr lang="pt-BR" sz="2400" dirty="0" err="1"/>
              <a:t>Solution</a:t>
            </a:r>
            <a:r>
              <a:rPr lang="pt-BR" sz="2400" dirty="0"/>
              <a:t> (BBS): uma plataforma inteligente que transforma o caos de todos os dados das redes sociais em insights estratégicos. Utilizando Machine Learning , nosso sistema varre e analisa ativamente as tendências de consumo, com foco principal nos dados emergentes do Google Threads , para identificar padrões e preferências reais do público. O resultado é um painel interativo que entrega aos gestores, insights automáticos , permitindo a criação de campanhas de marketing muito mais assertivas com o objetivo do restaurante, sendo sustentáveis  e perfeitamente alinhadas ao que seu público realmente deseja. Vale lembrar que além, dos dados do Google Threads, usamos os dados disponíveis dos usuários (Clientes) dos nossos cliente (Restaurantes) para correlacionarmos com o nosso modelo e trazer o cenário ideal.</a:t>
            </a:r>
          </a:p>
        </p:txBody>
      </p:sp>
      <p:sp>
        <p:nvSpPr>
          <p:cNvPr id="2" name="Rectangle 2">
            <a:extLst>
              <a:ext uri="{FF2B5EF4-FFF2-40B4-BE49-F238E27FC236}">
                <a16:creationId xmlns:a16="http://schemas.microsoft.com/office/drawing/2014/main" id="{A584AD84-C68C-68B6-E7C1-1D0E2FA735DD}"/>
              </a:ext>
            </a:extLst>
          </p:cNvPr>
          <p:cNvSpPr txBox="1">
            <a:spLocks noChangeArrowheads="1"/>
          </p:cNvSpPr>
          <p:nvPr/>
        </p:nvSpPr>
        <p:spPr bwMode="auto">
          <a:xfrm>
            <a:off x="12740" y="3056747"/>
            <a:ext cx="29592614" cy="1355109"/>
          </a:xfrm>
          <a:prstGeom prst="rect">
            <a:avLst/>
          </a:prstGeom>
          <a:noFill/>
          <a:ln w="9525">
            <a:noFill/>
            <a:miter lim="800000"/>
            <a:headEnd/>
            <a:tailEnd/>
          </a:ln>
        </p:spPr>
        <p:txBody>
          <a:bodyPr vert="horz" wrap="square" lIns="411435" tIns="205717" rIns="411435" bIns="205717" numCol="1" anchor="ctr" anchorCtr="0" compatLnSpc="1">
            <a:prstTxWarp prst="textNoShape">
              <a:avLst/>
            </a:prstTxWarp>
          </a:bodyPr>
          <a:lstStyle>
            <a:lvl1pPr algn="ctr" defTabSz="3086100" rtl="0" eaLnBrk="0" fontAlgn="base" hangingPunct="0">
              <a:spcBef>
                <a:spcPct val="0"/>
              </a:spcBef>
              <a:spcAft>
                <a:spcPct val="0"/>
              </a:spcAft>
              <a:defRPr sz="14900">
                <a:solidFill>
                  <a:schemeClr val="tx2"/>
                </a:solidFill>
                <a:latin typeface="+mj-lt"/>
                <a:ea typeface="+mj-ea"/>
                <a:cs typeface="+mj-cs"/>
              </a:defRPr>
            </a:lvl1pPr>
            <a:lvl2pPr algn="ctr" defTabSz="3086100" rtl="0" eaLnBrk="0" fontAlgn="base" hangingPunct="0">
              <a:spcBef>
                <a:spcPct val="0"/>
              </a:spcBef>
              <a:spcAft>
                <a:spcPct val="0"/>
              </a:spcAft>
              <a:defRPr sz="14900">
                <a:solidFill>
                  <a:schemeClr val="tx2"/>
                </a:solidFill>
                <a:latin typeface="Arial" charset="0"/>
              </a:defRPr>
            </a:lvl2pPr>
            <a:lvl3pPr algn="ctr" defTabSz="3086100" rtl="0" eaLnBrk="0" fontAlgn="base" hangingPunct="0">
              <a:spcBef>
                <a:spcPct val="0"/>
              </a:spcBef>
              <a:spcAft>
                <a:spcPct val="0"/>
              </a:spcAft>
              <a:defRPr sz="14900">
                <a:solidFill>
                  <a:schemeClr val="tx2"/>
                </a:solidFill>
                <a:latin typeface="Arial" charset="0"/>
              </a:defRPr>
            </a:lvl3pPr>
            <a:lvl4pPr algn="ctr" defTabSz="3086100" rtl="0" eaLnBrk="0" fontAlgn="base" hangingPunct="0">
              <a:spcBef>
                <a:spcPct val="0"/>
              </a:spcBef>
              <a:spcAft>
                <a:spcPct val="0"/>
              </a:spcAft>
              <a:defRPr sz="14900">
                <a:solidFill>
                  <a:schemeClr val="tx2"/>
                </a:solidFill>
                <a:latin typeface="Arial" charset="0"/>
              </a:defRPr>
            </a:lvl4pPr>
            <a:lvl5pPr algn="ctr" defTabSz="3086100" rtl="0" eaLnBrk="0" fontAlgn="base" hangingPunct="0">
              <a:spcBef>
                <a:spcPct val="0"/>
              </a:spcBef>
              <a:spcAft>
                <a:spcPct val="0"/>
              </a:spcAft>
              <a:defRPr sz="14900">
                <a:solidFill>
                  <a:schemeClr val="tx2"/>
                </a:solidFill>
                <a:latin typeface="Arial" charset="0"/>
              </a:defRPr>
            </a:lvl5pPr>
            <a:lvl6pPr marL="457200" algn="ctr" defTabSz="3086100" rtl="0" fontAlgn="base">
              <a:spcBef>
                <a:spcPct val="0"/>
              </a:spcBef>
              <a:spcAft>
                <a:spcPct val="0"/>
              </a:spcAft>
              <a:defRPr sz="14900">
                <a:solidFill>
                  <a:schemeClr val="tx2"/>
                </a:solidFill>
                <a:latin typeface="Arial" charset="0"/>
              </a:defRPr>
            </a:lvl6pPr>
            <a:lvl7pPr marL="914400" algn="ctr" defTabSz="3086100" rtl="0" fontAlgn="base">
              <a:spcBef>
                <a:spcPct val="0"/>
              </a:spcBef>
              <a:spcAft>
                <a:spcPct val="0"/>
              </a:spcAft>
              <a:defRPr sz="14900">
                <a:solidFill>
                  <a:schemeClr val="tx2"/>
                </a:solidFill>
                <a:latin typeface="Arial" charset="0"/>
              </a:defRPr>
            </a:lvl7pPr>
            <a:lvl8pPr marL="1371600" algn="ctr" defTabSz="3086100" rtl="0" fontAlgn="base">
              <a:spcBef>
                <a:spcPct val="0"/>
              </a:spcBef>
              <a:spcAft>
                <a:spcPct val="0"/>
              </a:spcAft>
              <a:defRPr sz="14900">
                <a:solidFill>
                  <a:schemeClr val="tx2"/>
                </a:solidFill>
                <a:latin typeface="Arial" charset="0"/>
              </a:defRPr>
            </a:lvl8pPr>
            <a:lvl9pPr marL="1828800" algn="ctr" defTabSz="3086100" rtl="0" fontAlgn="base">
              <a:spcBef>
                <a:spcPct val="0"/>
              </a:spcBef>
              <a:spcAft>
                <a:spcPct val="0"/>
              </a:spcAft>
              <a:defRPr sz="14900">
                <a:solidFill>
                  <a:schemeClr val="tx2"/>
                </a:solidFill>
                <a:latin typeface="Arial" charset="0"/>
              </a:defRPr>
            </a:lvl9pPr>
          </a:lstStyle>
          <a:p>
            <a:pPr eaLnBrk="1" hangingPunct="1"/>
            <a:r>
              <a:rPr lang="pt-BR" sz="2666" b="1" kern="0" dirty="0"/>
              <a:t>Professores: Rafael Rosseti; Renata Muniz; Rodrigo Rosa; Marcos Minoru; Victor Rosetti</a:t>
            </a:r>
            <a:endParaRPr lang="pt-BR" sz="5866" b="1" kern="0" dirty="0"/>
          </a:p>
        </p:txBody>
      </p:sp>
      <p:sp>
        <p:nvSpPr>
          <p:cNvPr id="8" name="TextBox 8">
            <a:extLst>
              <a:ext uri="{FF2B5EF4-FFF2-40B4-BE49-F238E27FC236}">
                <a16:creationId xmlns:a16="http://schemas.microsoft.com/office/drawing/2014/main" id="{AE19C662-D68A-6035-2E4C-978100FAE83F}"/>
              </a:ext>
            </a:extLst>
          </p:cNvPr>
          <p:cNvSpPr txBox="1">
            <a:spLocks noChangeArrowheads="1"/>
          </p:cNvSpPr>
          <p:nvPr/>
        </p:nvSpPr>
        <p:spPr bwMode="auto">
          <a:xfrm>
            <a:off x="14646784" y="33543418"/>
            <a:ext cx="13318910" cy="4914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1678349" eaLnBrk="1" hangingPunct="1"/>
            <a:r>
              <a:rPr lang="pt-BR" sz="3600" b="1" dirty="0">
                <a:ea typeface="ＭＳ Ｐゴシック" pitchFamily="34" charset="-128"/>
              </a:rPr>
              <a:t>Futuro do projeto</a:t>
            </a:r>
          </a:p>
          <a:p>
            <a:pPr algn="just" defTabSz="1678349" eaLnBrk="1" hangingPunct="1">
              <a:spcAft>
                <a:spcPts val="1200"/>
              </a:spcAft>
            </a:pPr>
            <a:r>
              <a:rPr lang="pt-BR" sz="3733" dirty="0"/>
              <a:t> </a:t>
            </a:r>
            <a:r>
              <a:rPr lang="pt-BR" sz="2666" dirty="0"/>
              <a:t>	</a:t>
            </a:r>
            <a:r>
              <a:rPr lang="pt-BR" sz="2400" dirty="0"/>
              <a:t>  Este é apenas o começo. Nossa visão é escalar o BBS para se tornar a principal ferramenta de inteligência de mercado para o setor </a:t>
            </a:r>
            <a:r>
              <a:rPr lang="pt-BR" sz="2400"/>
              <a:t>de Foodtechs, </a:t>
            </a:r>
            <a:r>
              <a:rPr lang="pt-BR" sz="2400" dirty="0"/>
              <a:t>ampliando significativamente nosso impacto no setor alimentício. Nossos próximos passos incluem a Expansão de Dados, incorporando novas fontes  (além do Google Threads) para uma análise 360º das tendências do momento, e aprimorar nossa Inteligência Preditiva, evoluindo os modelos de Machine Learning e Inteligência artificial para não apenas relatar, mas prever futuras demandas de consumo. Focaremos também no Acesso Escalável, ampliando o alcance da plataforma para fortalecer a tomada de decisão sustentável e baseada em evidências para pequenas e médias empresas, ajudando-as a aumentar o engajamento com os clientes , reduzir desperdícios e impulsionar a verdadeira inovação no setor. Tudo isso e correlação com a tecnologia e poder do Machine Learning e Inteligência artificial pode. Gerar.</a:t>
            </a:r>
          </a:p>
        </p:txBody>
      </p:sp>
      <p:sp>
        <p:nvSpPr>
          <p:cNvPr id="29" name="TextBox 8">
            <a:extLst>
              <a:ext uri="{FF2B5EF4-FFF2-40B4-BE49-F238E27FC236}">
                <a16:creationId xmlns:a16="http://schemas.microsoft.com/office/drawing/2014/main" id="{22108886-71AE-7425-406A-CC03C41D865B}"/>
              </a:ext>
            </a:extLst>
          </p:cNvPr>
          <p:cNvSpPr txBox="1">
            <a:spLocks noChangeArrowheads="1"/>
          </p:cNvSpPr>
          <p:nvPr/>
        </p:nvSpPr>
        <p:spPr bwMode="auto">
          <a:xfrm>
            <a:off x="7959431" y="10343748"/>
            <a:ext cx="12868819" cy="15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1678349" eaLnBrk="1" hangingPunct="1"/>
            <a:r>
              <a:rPr lang="pt-BR" sz="5866" b="1" dirty="0">
                <a:ea typeface="ＭＳ Ｐゴシック" pitchFamily="34" charset="-128"/>
              </a:rPr>
              <a:t>Imagens e ferramentas do Projeto</a:t>
            </a:r>
          </a:p>
          <a:p>
            <a:pPr algn="just" defTabSz="1678349" eaLnBrk="1" hangingPunct="1">
              <a:spcAft>
                <a:spcPts val="1200"/>
              </a:spcAft>
            </a:pPr>
            <a:r>
              <a:rPr lang="pt-BR" sz="3733" dirty="0"/>
              <a:t> </a:t>
            </a:r>
            <a:r>
              <a:rPr lang="pt-BR" sz="2666" dirty="0"/>
              <a:t>	</a:t>
            </a:r>
          </a:p>
        </p:txBody>
      </p:sp>
      <p:pic>
        <p:nvPicPr>
          <p:cNvPr id="5" name="Imagem 4" descr="Uma imagem contendo óculos&#10;&#10;O conteúdo gerado por IA pode estar incorreto.">
            <a:extLst>
              <a:ext uri="{FF2B5EF4-FFF2-40B4-BE49-F238E27FC236}">
                <a16:creationId xmlns:a16="http://schemas.microsoft.com/office/drawing/2014/main" id="{C56C1960-665E-2EB7-EDC1-1EBC9CE69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752" y="40356014"/>
            <a:ext cx="3095947" cy="3115297"/>
          </a:xfrm>
          <a:prstGeom prst="rect">
            <a:avLst/>
          </a:prstGeom>
        </p:spPr>
      </p:pic>
      <p:pic>
        <p:nvPicPr>
          <p:cNvPr id="10" name="Imagem 9" descr="Uma imagem contendo óculos, caneca&#10;&#10;O conteúdo gerado por IA pode estar incorreto.">
            <a:extLst>
              <a:ext uri="{FF2B5EF4-FFF2-40B4-BE49-F238E27FC236}">
                <a16:creationId xmlns:a16="http://schemas.microsoft.com/office/drawing/2014/main" id="{55769E50-5B5D-08C0-E78D-9BA4C95476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01752" y="40382747"/>
            <a:ext cx="3095945" cy="3105591"/>
          </a:xfrm>
          <a:prstGeom prst="rect">
            <a:avLst/>
          </a:prstGeom>
        </p:spPr>
      </p:pic>
      <p:sp>
        <p:nvSpPr>
          <p:cNvPr id="3" name="Retângulo 2">
            <a:extLst>
              <a:ext uri="{FF2B5EF4-FFF2-40B4-BE49-F238E27FC236}">
                <a16:creationId xmlns:a16="http://schemas.microsoft.com/office/drawing/2014/main" id="{35790FAD-68F8-97DB-8843-21ACA7890591}"/>
              </a:ext>
            </a:extLst>
          </p:cNvPr>
          <p:cNvSpPr/>
          <p:nvPr/>
        </p:nvSpPr>
        <p:spPr bwMode="auto">
          <a:xfrm>
            <a:off x="1240923" y="12364434"/>
            <a:ext cx="26108801" cy="1980963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3086100" rtl="0" eaLnBrk="1" fontAlgn="base" latinLnBrk="0" hangingPunct="1">
              <a:lnSpc>
                <a:spcPct val="100000"/>
              </a:lnSpc>
              <a:spcBef>
                <a:spcPct val="0"/>
              </a:spcBef>
              <a:spcAft>
                <a:spcPct val="0"/>
              </a:spcAft>
              <a:buClrTx/>
              <a:buSzTx/>
              <a:buFontTx/>
              <a:buNone/>
              <a:tabLst/>
            </a:pPr>
            <a:r>
              <a:rPr kumimoji="0" lang="pt-BR" sz="6100" b="0" i="0" u="none" strike="noStrike" cap="none" normalizeH="0" baseline="0" dirty="0">
                <a:ln>
                  <a:noFill/>
                </a:ln>
                <a:solidFill>
                  <a:schemeClr val="tx1"/>
                </a:solidFill>
                <a:effectLst/>
                <a:latin typeface="Arial" charset="0"/>
              </a:rPr>
              <a:t>FALTA AS TELA DO PROTOTIPO FUNCIONANDO PARA POR O RESULTADO AQ, USAR A BIBILIOTECA STREMLIT PARA DEIXAR ALGO VISUAL!!!!</a:t>
            </a:r>
          </a:p>
          <a:p>
            <a:pPr marL="0" marR="0" indent="0" algn="l" defTabSz="3086100" rtl="0" eaLnBrk="1" fontAlgn="base" latinLnBrk="0" hangingPunct="1">
              <a:lnSpc>
                <a:spcPct val="100000"/>
              </a:lnSpc>
              <a:spcBef>
                <a:spcPct val="0"/>
              </a:spcBef>
              <a:spcAft>
                <a:spcPct val="0"/>
              </a:spcAft>
              <a:buClrTx/>
              <a:buSzTx/>
              <a:buFontTx/>
              <a:buNone/>
              <a:tabLst/>
            </a:pPr>
            <a:endParaRPr kumimoji="0" lang="pt-BR" sz="61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2544194372"/>
      </p:ext>
    </p:extLst>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5364877AF745B4281652B53F43C594A" ma:contentTypeVersion="15" ma:contentTypeDescription="Crie um novo documento." ma:contentTypeScope="" ma:versionID="440a6fbbcbce65e3f8e2bed610644788">
  <xsd:schema xmlns:xsd="http://www.w3.org/2001/XMLSchema" xmlns:xs="http://www.w3.org/2001/XMLSchema" xmlns:p="http://schemas.microsoft.com/office/2006/metadata/properties" xmlns:ns2="1d2798d9-1030-4cc5-be7b-200f9e628651" xmlns:ns3="8ca2a57e-8138-4b57-956a-eb6e2c7049cc" targetNamespace="http://schemas.microsoft.com/office/2006/metadata/properties" ma:root="true" ma:fieldsID="3ff20d9b6411658b7762fa2c08d7e1af" ns2:_="" ns3:_="">
    <xsd:import namespace="1d2798d9-1030-4cc5-be7b-200f9e628651"/>
    <xsd:import namespace="8ca2a57e-8138-4b57-956a-eb6e2c7049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798d9-1030-4cc5-be7b-200f9e628651"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6" nillable="true" ma:displayName="Taxonomy Catch All Column" ma:hidden="true" ma:list="{e2adbafb-c224-4d2e-8ca4-b5c3cc77204d}" ma:internalName="TaxCatchAll" ma:showField="CatchAllData" ma:web="1d2798d9-1030-4cc5-be7b-200f9e62865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ca2a57e-8138-4b57-956a-eb6e2c7049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aeda4b81-a95b-4c43-add2-24b94db42d7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ca2a57e-8138-4b57-956a-eb6e2c7049cc">
      <Terms xmlns="http://schemas.microsoft.com/office/infopath/2007/PartnerControls"/>
    </lcf76f155ced4ddcb4097134ff3c332f>
    <TaxCatchAll xmlns="1d2798d9-1030-4cc5-be7b-200f9e62865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583F25-0BD0-426F-9D18-6079E5A027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2798d9-1030-4cc5-be7b-200f9e628651"/>
    <ds:schemaRef ds:uri="8ca2a57e-8138-4b57-956a-eb6e2c7049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580D08-C850-4D98-9BB0-6190D1509D8A}">
  <ds:schemaRefs>
    <ds:schemaRef ds:uri="http://www.w3.org/XML/1998/namespace"/>
    <ds:schemaRef ds:uri="1d2798d9-1030-4cc5-be7b-200f9e628651"/>
    <ds:schemaRef ds:uri="http://purl.org/dc/elements/1.1/"/>
    <ds:schemaRef ds:uri="http://schemas.microsoft.com/office/2006/documentManagement/type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8ca2a57e-8138-4b57-956a-eb6e2c7049cc"/>
    <ds:schemaRef ds:uri="http://purl.org/dc/terms/"/>
  </ds:schemaRefs>
</ds:datastoreItem>
</file>

<file path=customXml/itemProps3.xml><?xml version="1.0" encoding="utf-8"?>
<ds:datastoreItem xmlns:ds="http://schemas.openxmlformats.org/officeDocument/2006/customXml" ds:itemID="{20511531-72C6-41EA-909D-35A50B089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Apex</Template>
  <TotalTime>592</TotalTime>
  <Words>611</Words>
  <Application>Microsoft Office PowerPoint</Application>
  <PresentationFormat>Personalizar</PresentationFormat>
  <Paragraphs>18</Paragraphs>
  <Slides>1</Slides>
  <Notes>1</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1</vt:i4>
      </vt:variant>
    </vt:vector>
  </HeadingPairs>
  <TitlesOfParts>
    <vt:vector size="5" baseType="lpstr">
      <vt:lpstr>ＭＳ Ｐゴシック</vt:lpstr>
      <vt:lpstr>Arial</vt:lpstr>
      <vt:lpstr>Calibri</vt:lpstr>
      <vt:lpstr>Design padrão</vt:lpstr>
      <vt:lpstr>BBS – Bite Bit Solution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Jr</dc:creator>
  <cp:lastModifiedBy>Aleff Souza 23025514</cp:lastModifiedBy>
  <cp:revision>51</cp:revision>
  <dcterms:created xsi:type="dcterms:W3CDTF">2006-11-04T15:46:42Z</dcterms:created>
  <dcterms:modified xsi:type="dcterms:W3CDTF">2025-11-03T01:31:56Z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0x01010045364877AF745B4281652B53F43C594A</vt:lpwstr>
  </property>
</Properties>
</file>